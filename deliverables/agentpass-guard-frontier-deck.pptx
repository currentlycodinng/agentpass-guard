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1A2244">
              <a:alpha val="50000"/>
            </a:srgbClr>
          </a:solidFill>
          <a:ln w="12700">
            <a:solidFill>
              <a:srgbClr val="1A22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743200"/>
            <a:ext cx="7315200" cy="7315200"/>
          </a:xfrm>
          <a:prstGeom prst="ellipse">
            <a:avLst/>
          </a:prstGeom>
          <a:solidFill>
            <a:srgbClr val="20184D">
              <a:alpha val="40000"/>
            </a:srgbClr>
          </a:solidFill>
          <a:ln w="12700">
            <a:solidFill>
              <a:srgbClr val="2018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02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57607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AgentPass Guard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62495" y="502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98A3C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COLOSSEUM FRONTIER · AI × SOLANA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can now pay.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6E8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decide </a:t>
            </a:r>
            <a:pPr indent="0" marL="0">
              <a:buNone/>
            </a:pPr>
            <a:r>
              <a:rPr lang="en-US" sz="5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what</a:t>
            </a:r>
            <a:pPr indent="0" marL="0">
              <a:buNone/>
            </a:pPr>
            <a:r>
              <a:rPr lang="en-US" sz="5600" b="1" dirty="0">
                <a:solidFill>
                  <a:srgbClr val="E6E8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they're allowed to buy.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640080" y="46177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simulator and guard layer for AI agents using pay.sh / x402-style payments on Solana.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544068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440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4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the demo 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54406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3C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github.com/currentlycodinng/agentpass-guard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6355080"/>
            <a:ext cx="1097280" cy="45720"/>
          </a:xfrm>
          <a:prstGeom prst="rect">
            <a:avLst/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37360" y="6355080"/>
            <a:ext cx="1097280" cy="45720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6355080"/>
            <a:ext cx="1097280" cy="45720"/>
          </a:xfrm>
          <a:prstGeom prst="rect">
            <a:avLst/>
          </a:prstGeom>
          <a:solidFill>
            <a:srgbClr val="9945FF"/>
          </a:solidFill>
          <a:ln w="12700">
            <a:solidFill>
              <a:srgbClr val="9945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3657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14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AgentPass Guard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2926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73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NEW PROBLEM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728655" y="2926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can pay. Now humans need controls.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B3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agents are moving from chat to execution — they search, write code, call tools, and now pay for APIs. The unsolved problem is the next one.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941064"/>
            <a:ext cx="128016" cy="128016"/>
          </a:xfrm>
          <a:prstGeom prst="ellipse">
            <a:avLst/>
          </a:prstGeom>
          <a:solidFill>
            <a:srgbClr val="9945FF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3794760"/>
            <a:ext cx="6473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Pay.sh and x402 unlock agent-paid APIs on Solana.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4352544"/>
            <a:ext cx="128016" cy="128016"/>
          </a:xfrm>
          <a:prstGeom prst="ellipse">
            <a:avLst/>
          </a:prstGeom>
          <a:solidFill>
            <a:srgbClr val="9945FF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4206240"/>
            <a:ext cx="6473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Unrestricted agent wallets are unsafe.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764024"/>
            <a:ext cx="128016" cy="128016"/>
          </a:xfrm>
          <a:prstGeom prst="ellipse">
            <a:avLst/>
          </a:prstGeom>
          <a:solidFill>
            <a:srgbClr val="9945FF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4617720"/>
            <a:ext cx="6473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approval for every micro-payment kills autonomy.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5175504"/>
            <a:ext cx="128016" cy="128016"/>
          </a:xfrm>
          <a:prstGeom prst="ellipse">
            <a:avLst/>
          </a:prstGeom>
          <a:solidFill>
            <a:srgbClr val="9945FF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5029200"/>
            <a:ext cx="6473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Builders need to test budget, allowlist, threshold, and revocation before live spend.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726680" y="365760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F6F7FB"/>
          </a:solidFill>
          <a:ln w="9525">
            <a:solidFill>
              <a:srgbClr val="E6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19288" y="39136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94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MISSING LAYER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019288" y="42245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Trust, before settlement.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019288" y="48006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3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payment rail is arriving. The control plane on top of it is still thin. AgentPass Guard is that control plane.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3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agentpass-guard · github.com/currentlycodinng/agentpass-guard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619695" y="64465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Colosseum Frontier ·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3657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14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AgentPass Guard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2926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73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NOW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728655" y="2926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Agent-paid APIs are becoming real.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next layer is policy:  what is this agent allowed to buy?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6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3649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PAY-PER-USE APIS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41248" y="36758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pay.sh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" y="425196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3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Catalogs APIs that agents can call without accounts, keys, or subscriptions.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310896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6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6008" y="33649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94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 402 PRIMITIVE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636008" y="36758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x402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36008" y="425196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3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machine-to-machine payment flow. Agents see a price, pay, and proceed.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310896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6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0768" y="33649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SETTLEMENT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430768" y="36758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Solana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30768" y="425196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3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fees and fast confirmation make tiny, frequent agent payments practical.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3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agentpass-guard · github.com/currentlycodinng/agentpass-guard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619695" y="64465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Colosseum Frontier ·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3657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14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AgentPass Guard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2926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73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PRODUCT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728655" y="2926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08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guardrail check before every paid action.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609448" y="28346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3768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0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83768" y="34747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proposes paid call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15488" y="3566160"/>
            <a:ext cx="182880" cy="0"/>
          </a:xfrm>
          <a:prstGeom prst="line">
            <a:avLst/>
          </a:prstGeom>
          <a:noFill/>
          <a:ln w="15240">
            <a:solidFill>
              <a:srgbClr val="D2D7E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98368" y="28346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2688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94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72688" y="34747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evaluates &amp; explains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04408" y="3566160"/>
            <a:ext cx="182880" cy="0"/>
          </a:xfrm>
          <a:prstGeom prst="line">
            <a:avLst/>
          </a:prstGeom>
          <a:noFill/>
          <a:ln w="15240">
            <a:solidFill>
              <a:srgbClr val="D2D7E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87288" y="28346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1608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4F1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61608" y="34747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Solana payment settles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93328" y="3566160"/>
            <a:ext cx="182880" cy="0"/>
          </a:xfrm>
          <a:prstGeom prst="line">
            <a:avLst/>
          </a:prstGeom>
          <a:noFill/>
          <a:ln w="15240">
            <a:solidFill>
              <a:srgbClr val="D2D7E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976208" y="28346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50528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250528" y="34747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Receipt logs decision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663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3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Inside policy: auto-pay.   Outside policy: block, or pause for a human.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48640" y="5532120"/>
            <a:ext cx="3657600" cy="54864"/>
          </a:xfrm>
          <a:prstGeom prst="rect">
            <a:avLst/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06240" y="5532120"/>
            <a:ext cx="3657600" cy="54864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0" y="5532120"/>
            <a:ext cx="3657600" cy="54864"/>
          </a:xfrm>
          <a:prstGeom prst="rect">
            <a:avLst/>
          </a:prstGeom>
          <a:solidFill>
            <a:srgbClr val="9945FF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3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agentpass-guard · github.com/currentlycodinng/agentpass-guard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619695" y="64465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Colosseum Frontier ·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3657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14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AgentPass Guard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2926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73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 DEMO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728655" y="2926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08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decisions judges can inspect.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B3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scripted research agent. One human policy. Three actions, three different outcomes — each with the exact guardrail trace.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ECFDF5"/>
          </a:solidFill>
          <a:ln w="9525">
            <a:solidFill>
              <a:srgbClr val="E6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9136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SHOULD APPROVE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41248" y="42245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0.008 USDC research call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" y="480060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3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Allowlisted, under threshold, inside budget. Auto-approves and writes a receipt.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365760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FEE2E2"/>
          </a:solidFill>
          <a:ln w="9525">
            <a:solidFill>
              <a:srgbClr val="E6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6008" y="39136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4231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SHOULD BLOCK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636008" y="42245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Unapproved scraping vendor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36008" y="480060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3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Allowlist check fails. Blocked before settlement. Zero lamports leave the wallet.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365760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FEF3C7"/>
          </a:solidFill>
          <a:ln w="9525">
            <a:solidFill>
              <a:srgbClr val="E6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0768" y="39136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NEEDS APPROVAL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430768" y="42245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0.075 USDC BigQuery call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30768" y="480060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3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Allowlisted but above the 0.02 USDC threshold. Pauses for human approval.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3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agentpass-guard · github.com/currentlycodinng/agentpass-guard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619695" y="64465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Colosseum Frontier ·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1A2244">
              <a:alpha val="50000"/>
            </a:srgbClr>
          </a:solidFill>
          <a:ln w="12700">
            <a:solidFill>
              <a:srgbClr val="1A22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926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3657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2926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AgentPass Guard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2926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8A3C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SOLANA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728655" y="2926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8A3C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08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Small, frequent, programmatic — with receipts.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594360" y="2889504"/>
            <a:ext cx="128016" cy="128016"/>
          </a:xfrm>
          <a:prstGeom prst="ellipse">
            <a:avLst/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743200"/>
            <a:ext cx="6108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8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confirmation keeps agent workflows interactive.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3300984"/>
            <a:ext cx="128016" cy="128016"/>
          </a:xfrm>
          <a:prstGeom prst="ellipse">
            <a:avLst/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3154680"/>
            <a:ext cx="6108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8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fees make sub-cent API payments economically viable.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3712464"/>
            <a:ext cx="128016" cy="128016"/>
          </a:xfrm>
          <a:prstGeom prst="ellipse">
            <a:avLst/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566160"/>
            <a:ext cx="6108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8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Wallet-native identities map cleanly to autonomous agents.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" y="4123944"/>
            <a:ext cx="128016" cy="128016"/>
          </a:xfrm>
          <a:prstGeom prst="ellipse">
            <a:avLst/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3977640"/>
            <a:ext cx="6108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8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 program turns each settlement into an inspectable receipt.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0" y="2606040"/>
            <a:ext cx="4297680" cy="3383280"/>
          </a:xfrm>
          <a:prstGeom prst="roundRect">
            <a:avLst>
              <a:gd name="adj" fmla="val 2162"/>
            </a:avLst>
          </a:prstGeom>
          <a:solidFill>
            <a:srgbClr val="131A36"/>
          </a:solidFill>
          <a:ln w="9525">
            <a:solidFill>
              <a:srgbClr val="E6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07808" y="28620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4F1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DEVNET PROOF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607808" y="31729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F1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 npm run devnet:demo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07808" y="3749040"/>
            <a:ext cx="3749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a temp wallet, sends a tiny payment, attaches a Memo-program receipt, prints an explorer link. Falls back to a simulated receipt if the public faucet is rate-limited.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5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agentpass-guard · github.com/currentlycodinng/agentpass-guard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619695" y="64465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Colosseum Frontier ·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3657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14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AgentPass Guard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2926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73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BUILT SO FAR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728655" y="2926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08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Narrow enough to ship. Clear enough to judge.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F6F7FB"/>
          </a:solidFill>
          <a:ln w="9525">
            <a:solidFill>
              <a:srgbClr val="E6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0906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D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41248" y="34015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editor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97764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3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Budget, allowlist, threshold, expiry, revocation.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10712" y="283464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F6F7FB"/>
          </a:solidFill>
          <a:ln w="9525">
            <a:solidFill>
              <a:srgbClr val="E6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30906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94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703320" y="34015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runner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03320" y="397764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3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scripted paid actions: approve / block / pause.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72784" y="283464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F6F7FB"/>
          </a:solidFill>
          <a:ln w="9525">
            <a:solidFill>
              <a:srgbClr val="E6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30906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65392" y="34015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Receipts log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65392" y="397764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3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decision, every amount, every status, exportable JSON.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34856" y="283464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F6F7FB"/>
          </a:solidFill>
          <a:ln w="9525">
            <a:solidFill>
              <a:srgbClr val="E6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27464" y="30906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427464" y="34015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Devnet path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27464" y="397764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3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 Solana settlement with Memo-program receipts.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web app. No backend. Judges can run it in 30 seconds.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3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agentpass-guard · github.com/currentlycodinng/agentpass-guard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619695" y="64465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Colosseum Frontier ·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3657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14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" y="2926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AgentPass Guard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2926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73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PATH AFTER FRONTIER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728655" y="2926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08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local simulator to production guardrail.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94360" y="2889504"/>
            <a:ext cx="128016" cy="128016"/>
          </a:xfrm>
          <a:prstGeom prst="ellipse">
            <a:avLst/>
          </a:prstGeom>
          <a:solidFill>
            <a:srgbClr val="9945FF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743200"/>
            <a:ext cx="6291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 with AI builders and student teams using paid APIs.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300984"/>
            <a:ext cx="128016" cy="128016"/>
          </a:xfrm>
          <a:prstGeom prst="ellipse">
            <a:avLst/>
          </a:prstGeom>
          <a:solidFill>
            <a:srgbClr val="9945FF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3154680"/>
            <a:ext cx="6291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SPL USDC settlement and pay.sh / x402 request parsing.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3712464"/>
            <a:ext cx="128016" cy="128016"/>
          </a:xfrm>
          <a:prstGeom prst="ellipse">
            <a:avLst/>
          </a:prstGeom>
          <a:solidFill>
            <a:srgbClr val="9945FF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3566160"/>
            <a:ext cx="6291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team approval workflows, anomaly alerts, and spend analytics.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123944"/>
            <a:ext cx="128016" cy="128016"/>
          </a:xfrm>
          <a:prstGeom prst="ellipse">
            <a:avLst/>
          </a:prstGeom>
          <a:solidFill>
            <a:srgbClr val="9945FF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977640"/>
            <a:ext cx="6291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policy checks into wallet middleware and server-side authorization.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0" y="2606040"/>
            <a:ext cx="4297680" cy="3383280"/>
          </a:xfrm>
          <a:prstGeom prst="roundRect">
            <a:avLst>
              <a:gd name="adj" fmla="val 2162"/>
            </a:avLst>
          </a:prstGeom>
          <a:solidFill>
            <a:srgbClr val="F6F7FB"/>
          </a:solidFill>
          <a:ln w="9525">
            <a:solidFill>
              <a:srgbClr val="E6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07808" y="28620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94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THIS CAN WIN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607808" y="31729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Completes the rail.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07808" y="3749040"/>
            <a:ext cx="3749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3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 is current. The demo is concrete. The Solana integration is real. The wedge does not fight the ecosystem — it completes it.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6035040"/>
            <a:ext cx="3657600" cy="54864"/>
          </a:xfrm>
          <a:prstGeom prst="rect">
            <a:avLst/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6035040"/>
            <a:ext cx="3657600" cy="54864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0" y="6035040"/>
            <a:ext cx="3657600" cy="54864"/>
          </a:xfrm>
          <a:prstGeom prst="rect">
            <a:avLst/>
          </a:prstGeom>
          <a:solidFill>
            <a:srgbClr val="9945FF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532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AgentPass Guard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90895" y="55321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github.com/currentlycodinng/agentpass-guard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3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agentpass-guard · github.com/currentlycodinng/agentpass-guard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619695" y="64465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Colosseum Frontier ·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AgentPass Guard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AgentPass Guard</dc:title>
  <dc:subject>Colosseum Frontier Hackathon Pitch</dc:subject>
  <dc:creator>AgentPass Guard</dc:creator>
  <cp:lastModifiedBy>AgentPass Guard</cp:lastModifiedBy>
  <cp:revision>1</cp:revision>
  <dcterms:created xsi:type="dcterms:W3CDTF">2026-05-09T21:03:03Z</dcterms:created>
  <dcterms:modified xsi:type="dcterms:W3CDTF">2026-05-09T21:03:03Z</dcterms:modified>
</cp:coreProperties>
</file>