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71323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FBF1"/>
                </a:solidFill>
              </a:rPr>
              <a:t>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19659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AgentPass Guard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58368" y="290779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0D5DD"/>
                </a:solidFill>
              </a:rPr>
              <a:t>Policy simulator and guard layer for AI agents that pay for APIs on Solana.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63440" y="19202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52033"/>
                </a:solidFill>
              </a:rPr>
              <a:t>Test agent payment policies before real spend.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663440" y="37490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CCFBF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3749040"/>
            <a:ext cx="82296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4608" y="3913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Budget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64608" y="427939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0.25 USDC daily cap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95160" y="37490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95160" y="3749040"/>
            <a:ext cx="82296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96328" y="3913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Allowlist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96328" y="427939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Approved APIs only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7490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EF3C7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0" y="3749040"/>
            <a:ext cx="82296" cy="10058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28048" y="3913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Receipts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28048" y="427939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Solana audit trail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THE NEW PROBLEM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Agents can pay. Now humans need controls.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Agents can discover and pay for APIs through pay.sh/x402-style flows.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Unrestricted agent wallets are unsafe.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Manual approval for every tiny action breaks autonomy.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Builders need to test budget, allowlist, threshold, revocation, and receipts.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37960" y="1645920"/>
            <a:ext cx="42976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37960" y="1645920"/>
            <a:ext cx="82296" cy="33832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39128" y="181051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The missing layer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39128" y="2176272"/>
            <a:ext cx="391363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The payment rail is arriving. The trust layer is still missing. Before teams let agents spend real money, they need explicit spending rules and a clean audit trail.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WHY NOW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Agent-paid APIs are becoming real.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DBEAFE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91640"/>
            <a:ext cx="82296" cy="2560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85623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Pay-per-use APIs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2221992"/>
            <a:ext cx="28163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pay.sh catalogs APIs that agents can call without accounts, keys, or subscriptions.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1691640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CCFBF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691640"/>
            <a:ext cx="82296" cy="2560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1728" y="185623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x402 primitives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2221992"/>
            <a:ext cx="28163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HTTP 402 payment flows make machine-to-machine API payments natural.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75320" y="1691640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91640"/>
            <a:ext cx="82296" cy="2560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76488" y="185623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Solana settlement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76488" y="2221992"/>
            <a:ext cx="28163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Low fees and fast confirmation make tiny agent payments practical.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97280" y="50749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52033"/>
                </a:solidFill>
              </a:rPr>
              <a:t>The next layer is policy: what is this agent allowed to buy?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THE PRODUCT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A guardrail check before every paid action.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28600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81328" y="2258568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52033"/>
                </a:solidFill>
              </a:rPr>
              <a:t>Agent proposes paid API call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62072" y="2514600"/>
            <a:ext cx="502920" cy="0"/>
          </a:xfrm>
          <a:prstGeom prst="line">
            <a:avLst/>
          </a:prstGeom>
          <a:noFill/>
          <a:ln w="1651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2057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931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24528" y="2258568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52033"/>
                </a:solidFill>
              </a:rPr>
              <a:t>AgentPass explains checks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05272" y="2514600"/>
            <a:ext cx="502920" cy="0"/>
          </a:xfrm>
          <a:prstGeom prst="line">
            <a:avLst/>
          </a:prstGeom>
          <a:noFill/>
          <a:ln w="1651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17920" y="2057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82512" y="22860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67728" y="2258568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52033"/>
                </a:solidFill>
              </a:rPr>
              <a:t>Solana payment settles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48472" y="2514600"/>
            <a:ext cx="502920" cy="0"/>
          </a:xfrm>
          <a:prstGeom prst="line">
            <a:avLst/>
          </a:prstGeom>
          <a:noFill/>
          <a:ln w="1651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61120" y="2057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2571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25712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710928" y="2258568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52033"/>
                </a:solidFill>
              </a:rPr>
              <a:t>Receipt logs decision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34440" y="4160520"/>
            <a:ext cx="9692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4160520"/>
            <a:ext cx="82296" cy="1005840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35608" y="4325112"/>
            <a:ext cx="9308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Inside policy: auto-pay. Outside policy: block or ask.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35608" y="4690872"/>
            <a:ext cx="9308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AgentPass Guard lets builders simulate and enforce the policy around pay.sh/x402-style payments.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DEMO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Three decisions judges can inspect.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3337560" cy="310896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91640"/>
            <a:ext cx="82296" cy="310896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8562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Approved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22199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Research API call costs 0.008 USDC. Guardrail checks pass, the service is allowlisted, and a receipt is logged.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691640"/>
            <a:ext cx="3337560" cy="3108960"/>
          </a:xfrm>
          <a:prstGeom prst="roundRect">
            <a:avLst>
              <a:gd name="adj" fmla="val 2353"/>
            </a:avLst>
          </a:prstGeom>
          <a:solidFill>
            <a:srgbClr val="FEE2E2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691640"/>
            <a:ext cx="82296" cy="310896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8562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Blocked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6008" y="222199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Unapproved scraping API fails the allowlist check. AgentPass blocks before settlement.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337560" cy="3108960"/>
          </a:xfrm>
          <a:prstGeom prst="roundRect">
            <a:avLst>
              <a:gd name="adj" fmla="val 2353"/>
            </a:avLst>
          </a:prstGeom>
          <a:solidFill>
            <a:srgbClr val="FEF3C7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691640"/>
            <a:ext cx="82296" cy="31089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85623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Needs approval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39328" y="222199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BigQuery call is allowed, but 0.075 USDC fails the auto-approval threshold and pauses.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WHY SOLANA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Agent payments are small, frequent, and need receipts.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5212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Fast settlement keeps agent workflows interactive.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Low fees make tiny API payments economically viable.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Wallet-native identities map cleanly to agents.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Transactions and memos create an inspectable receipt path.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37960" y="1600200"/>
            <a:ext cx="42976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37960" y="1600200"/>
            <a:ext cx="82296" cy="3108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39128" y="176479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Devnet proof path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39128" y="2130552"/>
            <a:ext cx="391363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The repo includes an optional script that creates a temporary devnet wallet, sends a tiny payment, attaches memo receipt metadata, and prints an explorer link.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MVP BUILT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Narrow enough to ship. Clear enough to judge.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CCFBF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82296" cy="2377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81051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Policy editor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176272"/>
            <a:ext cx="2267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Budget, allowlist, threshold, expiry, revocation.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0" y="16459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DBEAFE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45920"/>
            <a:ext cx="82296" cy="2377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58768" y="181051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Agent runner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58768" y="2176272"/>
            <a:ext cx="2267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Scripted paid actions for approved, blocked, and approval-needed cases.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0" y="16459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EF3C7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1645920"/>
            <a:ext cx="82296" cy="2377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181051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Receipts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2176272"/>
            <a:ext cx="2267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Decision log with amount, service, status, receipt hash, and JSON export.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9760" y="164592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0" y="1645920"/>
            <a:ext cx="82296" cy="2377440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0928" y="181051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Policy export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10928" y="2176272"/>
            <a:ext cx="15361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JSON policy and receipt exports for builder testing.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05840" y="5074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033"/>
                </a:solidFill>
              </a:rPr>
              <a:t>Built as a static app so judges can run it quickly and inspect the code.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</a:rPr>
              <a:t>PATH AFTER FRONTIER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52033"/>
                </a:solidFill>
              </a:rPr>
              <a:t>From local simulator to production guardrail.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5486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Start with AI builders and student teams using pay-per-use APIs.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Add SPL USDC settlement and pay.sh/x402 request parsing.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Add team approval workflows, alerts, and spend analytics.</a:t>
            </a:r>
            <a:endParaRPr lang="en-US" sz="1700" dirty="0"/>
          </a:p>
          <a:p>
            <a:pPr marL="152400" indent="-152400">
              <a:buSzPct val="100000"/>
              <a:buChar char="•"/>
            </a:pPr>
            <a:r>
              <a:rPr lang="en-US" sz="1700" dirty="0">
                <a:solidFill>
                  <a:srgbClr val="152033"/>
                </a:solidFill>
              </a:rPr>
              <a:t>Move policy checks into wallet middleware or server-side authorization.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600200"/>
            <a:ext cx="420624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12280" y="1600200"/>
            <a:ext cx="82296" cy="33375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3448" y="1764792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033"/>
                </a:solidFill>
              </a:rPr>
              <a:t>Why this can win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13448" y="2130552"/>
            <a:ext cx="38221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</a:rPr>
              <a:t>The problem is current, the demo is concrete, the Solana integration is real, and the wedge does not fight the ecosystem. It completes it.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5623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</a:rPr>
              <a:t>AgentPass Guard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436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</a:rPr>
              <a:t>AgentPass Guard | Colosseum Frontier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AgentPass 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AgentPass Guard</dc:title>
  <dc:subject>Colosseum Frontier Hackathon Pitch</dc:subject>
  <dc:creator>AgentPass Guard</dc:creator>
  <cp:lastModifiedBy>AgentPass Guard</cp:lastModifiedBy>
  <cp:revision>1</cp:revision>
  <dcterms:created xsi:type="dcterms:W3CDTF">2026-05-09T20:18:46Z</dcterms:created>
  <dcterms:modified xsi:type="dcterms:W3CDTF">2026-05-09T20:18:46Z</dcterms:modified>
</cp:coreProperties>
</file>