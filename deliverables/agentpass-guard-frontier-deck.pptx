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1A2244">
              <a:alpha val="50000"/>
            </a:srgbClr>
          </a:solidFill>
          <a:ln w="12700">
            <a:solidFill>
              <a:srgbClr val="1A22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2743200"/>
            <a:ext cx="7315200" cy="7315200"/>
          </a:xfrm>
          <a:prstGeom prst="ellipse">
            <a:avLst/>
          </a:prstGeom>
          <a:solidFill>
            <a:srgbClr val="20184D">
              <a:alpha val="40000"/>
            </a:srgbClr>
          </a:solidFill>
          <a:ln w="12700">
            <a:solidFill>
              <a:srgbClr val="201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502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57607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62495" y="502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98A3C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AI × SOLANA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can now pay.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6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decide </a:t>
            </a:r>
            <a:pPr indent="0" marL="0">
              <a:buNone/>
            </a:pPr>
            <a:r>
              <a:rPr lang="en-US" sz="5600" i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what</a:t>
            </a:r>
            <a:pPr indent="0" marL="0">
              <a:buNone/>
            </a:pPr>
            <a:r>
              <a:rPr lang="en-US" sz="5600" b="1" dirty="0">
                <a:solidFill>
                  <a:srgbClr val="E6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they're allowed to buy.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40080" y="46177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1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simulator and guard layer for AI agents using pay.sh / x402-style payments on Solana.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440680"/>
            <a:ext cx="2377440" cy="502920"/>
          </a:xfrm>
          <a:prstGeom prst="roundRect">
            <a:avLst>
              <a:gd name="adj" fmla="val 49091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440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demo 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5440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3C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currentlycodinng.github.io/agentpass-guard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6355080"/>
            <a:ext cx="3657600" cy="54864"/>
          </a:xfrm>
          <a:prstGeom prst="rect">
            <a:avLst/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0" y="6355080"/>
            <a:ext cx="3657600" cy="54864"/>
          </a:xfrm>
          <a:prstGeom prst="rect">
            <a:avLst/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355080"/>
            <a:ext cx="3657600" cy="54864"/>
          </a:xfrm>
          <a:prstGeom prst="rect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NEW PROBLEM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can pay. Now humans need controls.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B3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Builders without a policy layer have two bad choices: approve every micro-payment by hand, or hand the agent unlimited credentials. Neither scales.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00507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840480"/>
            <a:ext cx="1068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pay.sh and x402 unlock agent-paid APIs on Solana.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446227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297680"/>
            <a:ext cx="1068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Unrestricted agent wallets are unsafe.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91947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4754880"/>
            <a:ext cx="1068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approval for every micro-payment kills autonomy.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537667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5212080"/>
            <a:ext cx="1068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Builders need to test budget, allowlist, threshold, and revocation before live spend.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PRODUCT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WEDGE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Pay.sh and x402 give agents a checkout. We give builders the brakes.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94360" y="2496312"/>
            <a:ext cx="11064240" cy="3703320"/>
          </a:xfrm>
          <a:prstGeom prst="roundRect">
            <a:avLst>
              <a:gd name="adj" fmla="val 1975"/>
            </a:avLst>
          </a:prstGeom>
          <a:solidFill>
            <a:srgbClr val="0B1020">
              <a:alpha val="8000"/>
            </a:srgbClr>
          </a:solidFill>
          <a:ln w="12700">
            <a:solidFill>
              <a:srgbClr val="0B1020">
                <a:alpha val="8000"/>
              </a:srgbClr>
            </a:solidFill>
            <a:prstDash val="solid"/>
          </a:ln>
        </p:spPr>
      </p:sp>
      <p:pic>
        <p:nvPicPr>
          <p:cNvPr id="11" name="Image 0" descr="assets/screenshots/02-h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23160"/>
            <a:ext cx="11064240" cy="37033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2423160"/>
            <a:ext cx="11064240" cy="3703320"/>
          </a:xfrm>
          <a:prstGeom prst="roundRect">
            <a:avLst>
              <a:gd name="adj" fmla="val 1975"/>
            </a:avLst>
          </a:prstGeom>
          <a:solidFill>
            <a:srgbClr val="FFFFFF">
              <a:alpha val="0"/>
            </a:srgbClr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LIVE DEMO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IT RUNS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a policy. Watch the agent get checked. Three actions, three traces.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94360" y="2496312"/>
            <a:ext cx="11064240" cy="3703320"/>
          </a:xfrm>
          <a:prstGeom prst="roundRect">
            <a:avLst>
              <a:gd name="adj" fmla="val 1975"/>
            </a:avLst>
          </a:prstGeom>
          <a:solidFill>
            <a:srgbClr val="0B1020">
              <a:alpha val="8000"/>
            </a:srgbClr>
          </a:solidFill>
          <a:ln w="12700">
            <a:solidFill>
              <a:srgbClr val="0B1020">
                <a:alpha val="8000"/>
              </a:srgbClr>
            </a:solidFill>
            <a:prstDash val="solid"/>
          </a:ln>
        </p:spPr>
      </p:sp>
      <p:pic>
        <p:nvPicPr>
          <p:cNvPr id="11" name="Image 0" descr="assets/screenshots/03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23160"/>
            <a:ext cx="11064240" cy="37033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2423160"/>
            <a:ext cx="11064240" cy="3703320"/>
          </a:xfrm>
          <a:prstGeom prst="roundRect">
            <a:avLst>
              <a:gd name="adj" fmla="val 1975"/>
            </a:avLst>
          </a:prstGeom>
          <a:solidFill>
            <a:srgbClr val="FFFFFF">
              <a:alpha val="0"/>
            </a:srgbClr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THREE DECISIONS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Approved. Blocked. Paused for human.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90576" y="2359152"/>
            <a:ext cx="3657600" cy="3108960"/>
          </a:xfrm>
          <a:prstGeom prst="roundRect">
            <a:avLst>
              <a:gd name="adj" fmla="val 2353"/>
            </a:avLst>
          </a:prstGeom>
          <a:solidFill>
            <a:srgbClr val="0B1020">
              <a:alpha val="8000"/>
            </a:srgbClr>
          </a:solidFill>
          <a:ln w="12700">
            <a:solidFill>
              <a:srgbClr val="0B1020">
                <a:alpha val="8000"/>
              </a:srgbClr>
            </a:solidFill>
            <a:prstDash val="solid"/>
          </a:ln>
        </p:spPr>
      </p:sp>
      <p:pic>
        <p:nvPicPr>
          <p:cNvPr id="10" name="Image 0" descr="assets/screenshots/07-decision-approv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4856" y="2286000"/>
            <a:ext cx="3657600" cy="3108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4856" y="2286000"/>
            <a:ext cx="3657600" cy="3108960"/>
          </a:xfrm>
          <a:prstGeom prst="roundRect">
            <a:avLst>
              <a:gd name="adj" fmla="val 2353"/>
            </a:avLst>
          </a:prstGeom>
          <a:solidFill>
            <a:srgbClr val="FFFFFF">
              <a:alpha val="0"/>
            </a:srgbClr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12768" y="2359152"/>
            <a:ext cx="3657600" cy="3108960"/>
          </a:xfrm>
          <a:prstGeom prst="roundRect">
            <a:avLst>
              <a:gd name="adj" fmla="val 2353"/>
            </a:avLst>
          </a:prstGeom>
          <a:solidFill>
            <a:srgbClr val="0B1020">
              <a:alpha val="8000"/>
            </a:srgbClr>
          </a:solidFill>
          <a:ln w="12700">
            <a:solidFill>
              <a:srgbClr val="0B1020">
                <a:alpha val="8000"/>
              </a:srgbClr>
            </a:solidFill>
            <a:prstDash val="solid"/>
          </a:ln>
        </p:spPr>
      </p:sp>
      <p:pic>
        <p:nvPicPr>
          <p:cNvPr id="13" name="Image 1" descr="assets/screenshots/08-decision-block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67048" y="2286000"/>
            <a:ext cx="3657600" cy="31089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267048" y="2286000"/>
            <a:ext cx="3657600" cy="3108960"/>
          </a:xfrm>
          <a:prstGeom prst="roundRect">
            <a:avLst>
              <a:gd name="adj" fmla="val 2353"/>
            </a:avLst>
          </a:prstGeom>
          <a:solidFill>
            <a:srgbClr val="FFFFFF">
              <a:alpha val="0"/>
            </a:srgbClr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4960" y="2359152"/>
            <a:ext cx="3657600" cy="3108960"/>
          </a:xfrm>
          <a:prstGeom prst="roundRect">
            <a:avLst>
              <a:gd name="adj" fmla="val 2353"/>
            </a:avLst>
          </a:prstGeom>
          <a:solidFill>
            <a:srgbClr val="0B1020">
              <a:alpha val="8000"/>
            </a:srgbClr>
          </a:solidFill>
          <a:ln w="12700">
            <a:solidFill>
              <a:srgbClr val="0B1020">
                <a:alpha val="8000"/>
              </a:srgbClr>
            </a:solidFill>
            <a:prstDash val="solid"/>
          </a:ln>
        </p:spPr>
      </p:sp>
      <p:pic>
        <p:nvPicPr>
          <p:cNvPr id="16" name="Image 2" descr="assets/screenshots/09-decision-approva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89240" y="2286000"/>
            <a:ext cx="3657600" cy="310896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089240" y="2286000"/>
            <a:ext cx="3657600" cy="3108960"/>
          </a:xfrm>
          <a:prstGeom prst="roundRect">
            <a:avLst>
              <a:gd name="adj" fmla="val 2353"/>
            </a:avLst>
          </a:prstGeom>
          <a:solidFill>
            <a:srgbClr val="FFFFFF">
              <a:alpha val="0"/>
            </a:srgbClr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44856" y="5532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478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0.008 USDC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44856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Auto-approved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4267048" y="5532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B42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ALLOWLIST FAIL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4267048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089240" y="5532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0.075 USDC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808924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human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1A2244">
              <a:alpha val="50000"/>
            </a:srgbClr>
          </a:solidFill>
          <a:ln w="12700">
            <a:solidFill>
              <a:srgbClr val="1A22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8A3C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SOLANA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3C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frequent, programmatic — with receipts.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594360" y="2907792"/>
            <a:ext cx="128016" cy="128016"/>
          </a:xfrm>
          <a:prstGeom prst="ellipse">
            <a:avLst/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74320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 confirmation keeps agent workflows interactive.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364992"/>
            <a:ext cx="128016" cy="128016"/>
          </a:xfrm>
          <a:prstGeom prst="ellipse">
            <a:avLst/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20040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fees make sub-cent API payments economically viable.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3822192"/>
            <a:ext cx="128016" cy="128016"/>
          </a:xfrm>
          <a:prstGeom prst="ellipse">
            <a:avLst/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65760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Wallet-native identities map cleanly to autonomous agents.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279392"/>
            <a:ext cx="128016" cy="128016"/>
          </a:xfrm>
          <a:prstGeom prst="ellipse">
            <a:avLst/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411480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 program turns each settlement into an inspectable receipt.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3383280"/>
          </a:xfrm>
          <a:prstGeom prst="roundRect">
            <a:avLst>
              <a:gd name="adj" fmla="val 2162"/>
            </a:avLst>
          </a:prstGeom>
          <a:solidFill>
            <a:srgbClr val="131A36"/>
          </a:solidFill>
          <a:ln w="9525">
            <a:solidFill>
              <a:srgbClr val="1A22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880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8A3C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DEVNET PROOF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223760" y="31546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F19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npm run devnet:demo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23760" y="3886200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1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Creates a temp wallet, sends a tiny payment, attaches a Memo-program receipt, prints the explorer link. Falls back to a simulated receipt if the public faucet is rate-limited.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BUILT SO FAR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WHAT'S SHIPPING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app. No backend. Judges run it in 30 seconds.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94360" y="2496312"/>
            <a:ext cx="11064240" cy="3703320"/>
          </a:xfrm>
          <a:prstGeom prst="roundRect">
            <a:avLst>
              <a:gd name="adj" fmla="val 1975"/>
            </a:avLst>
          </a:prstGeom>
          <a:solidFill>
            <a:srgbClr val="0B1020">
              <a:alpha val="8000"/>
            </a:srgbClr>
          </a:solidFill>
          <a:ln w="12700">
            <a:solidFill>
              <a:srgbClr val="0B1020">
                <a:alpha val="8000"/>
              </a:srgbClr>
            </a:solidFill>
            <a:prstDash val="solid"/>
          </a:ln>
        </p:spPr>
      </p:sp>
      <p:pic>
        <p:nvPicPr>
          <p:cNvPr id="11" name="Image 0" descr="assets/screenshots/04-receip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23160"/>
            <a:ext cx="11064240" cy="37033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2423160"/>
            <a:ext cx="11064240" cy="3703320"/>
          </a:xfrm>
          <a:prstGeom prst="roundRect">
            <a:avLst>
              <a:gd name="adj" fmla="val 1975"/>
            </a:avLst>
          </a:prstGeom>
          <a:solidFill>
            <a:srgbClr val="FFFFFF">
              <a:alpha val="0"/>
            </a:srgbClr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3657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92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4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2926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PATH AFTER FRONTIER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728655" y="292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local simulator to production guardrail.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594360" y="290779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4320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with AI builders and student teams using paid APIs.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36499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20040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SPL USDC settlement and pay.sh / x402 request parsing.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82219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65760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team approval workflows, anomaly alerts, and spend analytics.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4279392"/>
            <a:ext cx="128016" cy="128016"/>
          </a:xfrm>
          <a:prstGeom prst="ellipse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4114800"/>
            <a:ext cx="6291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policy checks into wallet middleware and server-side authorization.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606040"/>
            <a:ext cx="4297680" cy="3383280"/>
          </a:xfrm>
          <a:prstGeom prst="roundRect">
            <a:avLst>
              <a:gd name="adj" fmla="val 2162"/>
            </a:avLst>
          </a:prstGeom>
          <a:solidFill>
            <a:srgbClr val="F6F7FB"/>
          </a:solidFill>
          <a:ln w="9525">
            <a:solidFill>
              <a:srgbClr val="E6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2880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94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THIS CAN WIN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0" y="31546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Completes the rail.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589520" y="388620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 current. The demo is concrete. The Solana integration is real. The wedge does not fight the ecosystem — it completes 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6035040"/>
            <a:ext cx="3657600" cy="54864"/>
          </a:xfrm>
          <a:prstGeom prst="rect">
            <a:avLst/>
          </a:prstGeom>
          <a:solidFill>
            <a:srgbClr val="14F195"/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6035040"/>
            <a:ext cx="3657600" cy="54864"/>
          </a:xfrm>
          <a:prstGeom prst="rect">
            <a:avLst/>
          </a:prstGeom>
          <a:solidFill>
            <a:srgbClr val="00D1FF"/>
          </a:solidFill>
          <a:ln w="12700">
            <a:solidFill>
              <a:srgbClr val="00D1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035040"/>
            <a:ext cx="3657600" cy="54864"/>
          </a:xfrm>
          <a:prstGeom prst="rect">
            <a:avLst/>
          </a:prstGeom>
          <a:solidFill>
            <a:srgbClr val="9945FF"/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532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AgentPass Guard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790895" y="55321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currentlycodinng.github.io/agentpass-guard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github.com/currentlycodinng/agentpass-guard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19695" y="6446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9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Colosseum Frontier ·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AgentPass 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AgentPass Guard</dc:title>
  <dc:subject>Colosseum Frontier Hackathon Pitch</dc:subject>
  <dc:creator>AgentPass Guard</dc:creator>
  <cp:lastModifiedBy>AgentPass Guard</cp:lastModifiedBy>
  <cp:revision>1</cp:revision>
  <dcterms:created xsi:type="dcterms:W3CDTF">2026-05-09T21:29:18Z</dcterms:created>
  <dcterms:modified xsi:type="dcterms:W3CDTF">2026-05-09T21:29:18Z</dcterms:modified>
</cp:coreProperties>
</file>